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62B39-3519-770B-D961-010F7CE1D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D32C21-F984-69F4-9000-2BB1D72DC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E3EAF4-C6E7-5FA0-2FC0-299CA1F7E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1285A-0B73-4724-95DB-8A69428309CD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62D6A9-35F5-A9C0-4080-D6E69630A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568FBE-744E-8026-BA28-2BD240F5D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1235-9DF9-44F3-845C-F1FF66D7D2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648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5B64BB-9800-60C2-2B15-492D2CE22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346ED8-4732-F7F8-14D9-453E23A8B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0C809-0107-3CE0-680A-69E55BAA0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1285A-0B73-4724-95DB-8A69428309CD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53BBE8-3EDF-8B7A-E1AA-8BFCC4AB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E17B11-72B4-33FB-BD95-E642137D0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1235-9DF9-44F3-845C-F1FF66D7D2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44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8363FD-C114-19BE-78EE-F32974047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3D511E-A5BA-698F-1598-A8B5098F1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BEF592-45C9-FD8C-5A99-B1962B3EC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1285A-0B73-4724-95DB-8A69428309CD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75A5C1-C605-1653-D49A-000C2EF55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80CD01-71F9-AEDD-272A-DDFDEBC13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1235-9DF9-44F3-845C-F1FF66D7D2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598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B7BC21-3C66-CAF3-0BF6-E496895D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86CE78-CC06-96DB-4AFF-75FEEEB63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E81EF3-8E57-ECE0-53A6-E2432E616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D786CB-DBFE-C4BB-58C0-BB4311184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1285A-0B73-4724-95DB-8A69428309CD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A292D2-518F-538F-8F65-DD4C96FE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9A2706-6576-228E-EF10-776CCBD5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1235-9DF9-44F3-845C-F1FF66D7D2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896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C27D28-A8CB-D62F-0E66-B2F5B0EB3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5CA698-3331-4DB0-6089-4A7BB6528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6759E8-D2B5-8D5E-FA74-85118D671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82820DB-3D4E-419A-1B9C-E34C021B3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B8F865E-C3F9-F833-7E35-7DD56ADD6D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F5FF045-A01F-C495-6BDE-DD23B5639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1285A-0B73-4724-95DB-8A69428309CD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1DFF47B-33C2-FDA6-1E9D-EA0BE96A3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707B245-F670-0A27-42B8-8F85D214B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1235-9DF9-44F3-845C-F1FF66D7D2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714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00B679-1635-F506-94EA-E82110E5C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086B11-D8A1-4428-6F2C-B1DB25341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1285A-0B73-4724-95DB-8A69428309CD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828EF35-CEC9-39CC-BAF9-731AE878A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6210EEF-C21D-B9FC-CE02-AA2C6F2F5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1235-9DF9-44F3-845C-F1FF66D7D2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687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8714592-34F3-81BB-B9F3-E19870F2F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1285A-0B73-4724-95DB-8A69428309CD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6A1715B-2580-FCD3-8ECB-CE5D1B993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E2AB09-0BC1-CB4D-9B93-F7A81CE7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1235-9DF9-44F3-845C-F1FF66D7D2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62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810E7A-98A4-7B87-EEC7-487B85BEE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4F4922-D4AB-8ACF-C4EB-8A7201E0C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D7139-8064-A2F8-1574-CEACF5714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3EBCF9-EC21-043A-2E5F-C36CC7348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1285A-0B73-4724-95DB-8A69428309CD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4A0A9F-9471-7D2A-4D50-1F057FDCA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7213F4-8DC2-4D5E-3541-63D53ED7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1235-9DF9-44F3-845C-F1FF66D7D2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766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1ECFDF-6898-7F55-D5E8-641271AB7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D2FBAEE-5B27-9883-EBDD-31C501006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F0213E-E7B1-ED1D-6399-1E8E1147B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D54EB7-7203-E120-FC1E-5FCB9B4BE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1285A-0B73-4724-95DB-8A69428309CD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D2AC3-0396-149B-9500-BC799543D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1FC2B4-C98A-A74F-FC69-EBA9B1735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1235-9DF9-44F3-845C-F1FF66D7D2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652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25F8C-CC27-2ECD-6C4B-95EAF55F0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90FA96-A829-69D3-7C9F-B05A80FBF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127F00-5368-EA85-CBCE-2B8A42A45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1285A-0B73-4724-95DB-8A69428309CD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21D28D-A603-1232-99F0-5E82BA1AC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4990F3-F9FD-ABA8-CAE1-FEE248D1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1235-9DF9-44F3-845C-F1FF66D7D2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636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04554FB-D8BD-9C92-2AB3-BB44BDFD9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80B073-34F8-8D50-0A61-2A9B79226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1DDB1D-DFEE-2D5A-49AA-AF893F4DF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1285A-0B73-4724-95DB-8A69428309CD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3D1D9C-5709-5F92-1FA7-8119FD74D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AC0FE8-C521-3A8F-6937-68FF32BA4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1235-9DF9-44F3-845C-F1FF66D7D2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495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6B47B-356A-EFF6-F0DD-25B1BF8C8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A94C7E-3024-2C5E-C14A-682837299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A18659-8D2E-E763-10B7-C917E5BDC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1285A-0B73-4724-95DB-8A69428309CD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FF083C-BE2A-A614-FF75-AF8255946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E809B3-4F2D-8818-F30B-049239006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A1235-9DF9-44F3-845C-F1FF66D7D2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014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6D1F430-B63B-07C0-CF1C-73B7D8EDF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96652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400" dirty="0">
                <a:latin typeface="+mn-lt"/>
                <a:cs typeface="Arial" panose="020B0604020202020204" pitchFamily="34" charset="0"/>
              </a:rPr>
              <a:t>ГОСУДАРСТВЕННОЕ БЮДЖЕТНОЕ ПРОФЕССИОНАЛЬНОЕ ОБРАЗОВАТЕЛЬНОЕ УЧРЕЖДЕНИЕ МОСКОВСКОЙ ОБЛАСТИ «ФИЗИКО-ТЕХНИЧЕСКИЙ КОЛЛЕДЖ» (ГБПОУ МО «ФИЗТЕХ-КОЛЛЕДЖ»)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45B9F93-57B3-6F0B-76D6-398201B67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5200" y="2379216"/>
            <a:ext cx="5181600" cy="227268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ru-RU" sz="3200" dirty="0"/>
              <a:t>Разработка приложения «Персональный трекер чтения»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E232EE-C085-B43C-1F13-68A4E2D4B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10400" y="5167310"/>
            <a:ext cx="5181600" cy="169068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Учебный проект по предмету ОП.04 Гуреевой Аллы Сергеевны и Макаркина Максима Андреевича Группы ИСП-42</a:t>
            </a:r>
          </a:p>
        </p:txBody>
      </p:sp>
    </p:spTree>
    <p:extLst>
      <p:ext uri="{BB962C8B-B14F-4D97-AF65-F5344CB8AC3E}">
        <p14:creationId xmlns:p14="http://schemas.microsoft.com/office/powerpoint/2010/main" val="344135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C8F84C-D733-4A18-1238-457FFCD51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«Трекер для чтения»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300065-2E01-28AC-E47D-4729473F6A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Трекер для чтения — это инструмент для отслеживания прогресса в чтении, мотивации, формирования привычки к регулярному чтению и анализа читательской активности.</a:t>
            </a:r>
          </a:p>
        </p:txBody>
      </p:sp>
      <p:pic>
        <p:nvPicPr>
          <p:cNvPr id="6" name="Объект 5" descr="Изображение выглядит как Графика, графический дизайн, творческий подход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id="{96BFB8E1-1E6E-71E3-0546-D1FE7D70C8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809" y="1853637"/>
            <a:ext cx="3916847" cy="3916847"/>
          </a:xfrm>
        </p:spPr>
      </p:pic>
    </p:spTree>
    <p:extLst>
      <p:ext uri="{BB962C8B-B14F-4D97-AF65-F5344CB8AC3E}">
        <p14:creationId xmlns:p14="http://schemas.microsoft.com/office/powerpoint/2010/main" val="582910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A7835-E82F-093E-CDA8-ABA6D2233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Причины создания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66E347-E6D9-A378-FDF9-8D93502EC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Готовые решения существуют в основном для телефонов</a:t>
            </a:r>
          </a:p>
          <a:p>
            <a:r>
              <a:rPr lang="ru-RU" dirty="0"/>
              <a:t>Не имеют русского языка, что затрудняет использование программы</a:t>
            </a:r>
          </a:p>
          <a:p>
            <a:r>
              <a:rPr lang="ru-RU" dirty="0"/>
              <a:t>Имеют очень сложный интерфейс с огромным количеством функций</a:t>
            </a:r>
          </a:p>
          <a:p>
            <a:r>
              <a:rPr lang="ru-RU" dirty="0"/>
              <a:t>Решения написаны для приложений, которые не обслуживаются на территории Российской Федерации</a:t>
            </a:r>
          </a:p>
          <a:p>
            <a:r>
              <a:rPr lang="ru-RU" dirty="0"/>
              <a:t>Многие трекеры для чтения являются платными</a:t>
            </a:r>
          </a:p>
        </p:txBody>
      </p:sp>
    </p:spTree>
    <p:extLst>
      <p:ext uri="{BB962C8B-B14F-4D97-AF65-F5344CB8AC3E}">
        <p14:creationId xmlns:p14="http://schemas.microsoft.com/office/powerpoint/2010/main" val="879311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7486A4-1381-AEB1-2B48-698CF51E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Функциональность приложения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232EA5-F085-71C6-F9FE-3A15087675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Добавление книг в личную библиотеку</a:t>
            </a:r>
          </a:p>
          <a:p>
            <a:r>
              <a:rPr lang="ru-RU" dirty="0"/>
              <a:t>Классификация книг по статусам</a:t>
            </a:r>
          </a:p>
          <a:p>
            <a:r>
              <a:rPr lang="ru-RU" dirty="0"/>
              <a:t>Выставление рейтинга и написание заметок</a:t>
            </a:r>
          </a:p>
          <a:p>
            <a:r>
              <a:rPr lang="ru-RU" dirty="0"/>
              <a:t>Визуализация читательской активности при помощи календаря</a:t>
            </a:r>
          </a:p>
          <a:p>
            <a:r>
              <a:rPr lang="ru-RU" dirty="0"/>
              <a:t>Поиск книг по названию или автору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A865CC7-30B7-F3B8-8F1C-2797EFCB27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Преимущества приложения:</a:t>
            </a:r>
          </a:p>
          <a:p>
            <a:r>
              <a:rPr lang="ru-RU" dirty="0"/>
              <a:t>Полностью на русском языке</a:t>
            </a:r>
          </a:p>
          <a:p>
            <a:r>
              <a:rPr lang="ru-RU" dirty="0"/>
              <a:t>Удобный функционал</a:t>
            </a:r>
          </a:p>
          <a:p>
            <a:r>
              <a:rPr lang="ru-RU" dirty="0"/>
              <a:t>Доступна на компьютерах/ноутбуках</a:t>
            </a:r>
          </a:p>
        </p:txBody>
      </p:sp>
    </p:spTree>
    <p:extLst>
      <p:ext uri="{BB962C8B-B14F-4D97-AF65-F5344CB8AC3E}">
        <p14:creationId xmlns:p14="http://schemas.microsoft.com/office/powerpoint/2010/main" val="1439398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1910D0-987B-2A58-DEB3-3AA6BD308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добавления книг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6BAEAF-E2BC-DD7C-F7A3-50DFE858B9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Парсинг</a:t>
            </a:r>
            <a:r>
              <a:rPr lang="ru-RU" dirty="0"/>
              <a:t> (</a:t>
            </a:r>
            <a:r>
              <a:rPr lang="ru-RU" dirty="0" err="1"/>
              <a:t>Parsing</a:t>
            </a:r>
            <a:r>
              <a:rPr lang="ru-RU" dirty="0"/>
              <a:t>) – процесс автоматического извлечения данных из веб-страниц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C0A2E3-E1E0-1C51-9F3A-972FE61DA22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Парсер (</a:t>
            </a:r>
            <a:r>
              <a:rPr lang="ru-RU" dirty="0" err="1"/>
              <a:t>Parser</a:t>
            </a:r>
            <a:r>
              <a:rPr lang="ru-RU" dirty="0"/>
              <a:t>) — это программа или сервис, который автоматически собирает, анализирует и структурирует данные из различных источников</a:t>
            </a:r>
          </a:p>
        </p:txBody>
      </p:sp>
    </p:spTree>
    <p:extLst>
      <p:ext uri="{BB962C8B-B14F-4D97-AF65-F5344CB8AC3E}">
        <p14:creationId xmlns:p14="http://schemas.microsoft.com/office/powerpoint/2010/main" val="1942577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FA779-CA33-6298-6327-153B250BA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Языки программирования</a:t>
            </a:r>
          </a:p>
        </p:txBody>
      </p:sp>
      <p:pic>
        <p:nvPicPr>
          <p:cNvPr id="6" name="Объект 5" descr="Изображение выглядит как графическая вставка, символ, Графика, мультфильм&#10;&#10;Автоматически созданное описание">
            <a:extLst>
              <a:ext uri="{FF2B5EF4-FFF2-40B4-BE49-F238E27FC236}">
                <a16:creationId xmlns:a16="http://schemas.microsoft.com/office/drawing/2014/main" id="{F2ADE38D-45A4-1220-0AB1-4810474B4B6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8699"/>
            <a:ext cx="2182012" cy="2182012"/>
          </a:xfrm>
        </p:spPr>
      </p:pic>
      <p:pic>
        <p:nvPicPr>
          <p:cNvPr id="13" name="Объект 12" descr="Изображение выглядит как логотип, Шрифт, символ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19C3FFF7-868E-69EB-C256-AC1E759ADE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751" y="1908698"/>
            <a:ext cx="3708892" cy="2086251"/>
          </a:xfrm>
        </p:spPr>
      </p:pic>
      <p:pic>
        <p:nvPicPr>
          <p:cNvPr id="15" name="Рисунок 14" descr="Изображение выглядит как снимок экрана, Графика, Цвет электрик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9295281D-8FEA-675A-0CBA-A1AF002E61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182" y="1671223"/>
            <a:ext cx="1712912" cy="2419488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логотип, символ, Шрифт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D1C2D2E2-8076-0615-FCD9-DCFC2EF597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134" y="4412202"/>
            <a:ext cx="2348144" cy="234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064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B9E1D-427F-1E1C-991D-1037A6C81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для создания приложения</a:t>
            </a:r>
          </a:p>
        </p:txBody>
      </p:sp>
      <p:pic>
        <p:nvPicPr>
          <p:cNvPr id="6" name="Объект 5" descr="Изображение выглядит как круг, Графика, графическая вставка, мультфильм&#10;&#10;Автоматически созданное описание">
            <a:extLst>
              <a:ext uri="{FF2B5EF4-FFF2-40B4-BE49-F238E27FC236}">
                <a16:creationId xmlns:a16="http://schemas.microsoft.com/office/drawing/2014/main" id="{B7119CE5-CE17-345A-2C9C-206BB617C9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331" y="1825625"/>
            <a:ext cx="4351338" cy="4351338"/>
          </a:xfrm>
        </p:spPr>
      </p:pic>
      <p:pic>
        <p:nvPicPr>
          <p:cNvPr id="10" name="Объект 9" descr="Изображение выглядит как зеленый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DD5418FB-C1AE-523E-2B55-5C9E408386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181967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9005FA-F65E-B7F8-338F-7C28B633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Хранение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C2330F-046E-4E68-134D-9B955893A8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Данные будут хранится в файле </a:t>
            </a:r>
            <a:r>
              <a:rPr lang="en-US" dirty="0" err="1"/>
              <a:t>json</a:t>
            </a:r>
            <a:r>
              <a:rPr lang="en-US" dirty="0"/>
              <a:t> </a:t>
            </a:r>
            <a:r>
              <a:rPr lang="ru-RU" dirty="0"/>
              <a:t>который будет создаваться на рабочем столе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D541035-BB1E-5840-D960-BBE231697CA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Преимущества</a:t>
            </a:r>
          </a:p>
          <a:p>
            <a:r>
              <a:rPr lang="ru-RU" dirty="0"/>
              <a:t>Читаемый формат, удобный для отладки</a:t>
            </a:r>
          </a:p>
          <a:p>
            <a:r>
              <a:rPr lang="ru-RU" dirty="0"/>
              <a:t>Лёгкая интеграция с JavaScript и Python</a:t>
            </a:r>
          </a:p>
          <a:p>
            <a:r>
              <a:rPr lang="ru-RU" dirty="0"/>
              <a:t>Возможность хранения вложенных структур данных</a:t>
            </a:r>
          </a:p>
        </p:txBody>
      </p:sp>
    </p:spTree>
    <p:extLst>
      <p:ext uri="{BB962C8B-B14F-4D97-AF65-F5344CB8AC3E}">
        <p14:creationId xmlns:p14="http://schemas.microsoft.com/office/powerpoint/2010/main" val="130937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6F3E60-C18A-3401-4897-1C80A12FE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приложения</a:t>
            </a:r>
          </a:p>
        </p:txBody>
      </p:sp>
      <p:pic>
        <p:nvPicPr>
          <p:cNvPr id="5" name="Объект 4" descr="Изображение выглядит как текст, снимок экрана, веб-страница, Веб-сайт&#10;&#10;Автоматически созданное описание">
            <a:extLst>
              <a:ext uri="{FF2B5EF4-FFF2-40B4-BE49-F238E27FC236}">
                <a16:creationId xmlns:a16="http://schemas.microsoft.com/office/drawing/2014/main" id="{B2D8CA15-AB9D-6B43-854C-257EAF13AF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674" y="1690688"/>
            <a:ext cx="5874652" cy="3680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59DB38-5880-747F-39BC-31A2860C95F3}"/>
              </a:ext>
            </a:extLst>
          </p:cNvPr>
          <p:cNvSpPr txBox="1"/>
          <p:nvPr/>
        </p:nvSpPr>
        <p:spPr>
          <a:xfrm>
            <a:off x="3774711" y="5770484"/>
            <a:ext cx="4642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Главная страница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2154868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B73BE9-A246-5108-7534-D12E3CA8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FB921-F44E-6DCD-1F9A-DF13DE70C6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dirty="0"/>
              <a:t>Разработан «Персональный трекер для чтения» с простым и понятным интерфейсом и функциями:</a:t>
            </a:r>
          </a:p>
          <a:p>
            <a:r>
              <a:rPr lang="ru-RU" sz="2400" dirty="0"/>
              <a:t>Поиск и добавление книг</a:t>
            </a:r>
          </a:p>
          <a:p>
            <a:r>
              <a:rPr lang="ru-RU" sz="2400" dirty="0"/>
              <a:t>Фильтрация и сортировка</a:t>
            </a:r>
          </a:p>
          <a:p>
            <a:r>
              <a:rPr lang="ru-RU" sz="2400" dirty="0"/>
              <a:t>Отслеживание прогресса и заметки</a:t>
            </a:r>
          </a:p>
          <a:p>
            <a:r>
              <a:rPr lang="ru-RU" sz="2400" dirty="0">
                <a:ea typeface="Aptos" panose="020B0004020202020204" pitchFamily="34" charset="0"/>
              </a:rPr>
              <a:t>К</a:t>
            </a:r>
            <a:r>
              <a:rPr lang="ru-RU" sz="2400" dirty="0">
                <a:effectLst/>
                <a:ea typeface="Aptos" panose="020B0004020202020204" pitchFamily="34" charset="0"/>
              </a:rPr>
              <a:t>алендарь чтения (Анализ активности)</a:t>
            </a:r>
            <a:endParaRPr lang="ru-RU" sz="2400" dirty="0"/>
          </a:p>
        </p:txBody>
      </p:sp>
      <p:pic>
        <p:nvPicPr>
          <p:cNvPr id="6" name="Объект 5" descr="Изображение выглядит как шаблон, пиксель, шов&#10;&#10;Автоматически созданное описание">
            <a:extLst>
              <a:ext uri="{FF2B5EF4-FFF2-40B4-BE49-F238E27FC236}">
                <a16:creationId xmlns:a16="http://schemas.microsoft.com/office/drawing/2014/main" id="{7453C485-BB41-7EBC-0CB0-5C82662667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689" y="1825625"/>
            <a:ext cx="3658980" cy="365898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F2FD35-D358-4520-7445-78BEF5D3971E}"/>
              </a:ext>
            </a:extLst>
          </p:cNvPr>
          <p:cNvSpPr txBox="1"/>
          <p:nvPr/>
        </p:nvSpPr>
        <p:spPr>
          <a:xfrm>
            <a:off x="7386221" y="5699463"/>
            <a:ext cx="3445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 Приложение на </a:t>
            </a:r>
            <a:r>
              <a:rPr lang="en-US" dirty="0"/>
              <a:t>GitHub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3901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4B03D-9F3C-5291-767B-6F3F4ADA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DA5816-D441-DDD6-B7EC-06DB3A46D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Синхронизация между устройствами</a:t>
            </a:r>
          </a:p>
          <a:p>
            <a:r>
              <a:rPr lang="ru-RU" dirty="0"/>
              <a:t>Экспорт/импорт данных</a:t>
            </a:r>
          </a:p>
          <a:p>
            <a:r>
              <a:rPr lang="ru-RU" dirty="0"/>
              <a:t>Улучшение поиска путём замены API</a:t>
            </a:r>
          </a:p>
          <a:p>
            <a:r>
              <a:rPr lang="ru-RU" dirty="0"/>
              <a:t>Возможность работы приложения без интернета </a:t>
            </a:r>
          </a:p>
        </p:txBody>
      </p:sp>
    </p:spTree>
    <p:extLst>
      <p:ext uri="{BB962C8B-B14F-4D97-AF65-F5344CB8AC3E}">
        <p14:creationId xmlns:p14="http://schemas.microsoft.com/office/powerpoint/2010/main" val="28784740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290</Words>
  <Application>Microsoft Office PowerPoint</Application>
  <PresentationFormat>Широкоэкранный</PresentationFormat>
  <Paragraphs>46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Тема Office</vt:lpstr>
      <vt:lpstr>ГОСУДАРСТВЕННОЕ БЮДЖЕТНОЕ ПРОФЕССИОНАЛЬНОЕ ОБРАЗОВАТЕЛЬНОЕ УЧРЕЖДЕНИЕ МОСКОВСКОЙ ОБЛАСТИ «ФИЗИКО-ТЕХНИЧЕСКИЙ КОЛЛЕДЖ» (ГБПОУ МО «ФИЗТЕХ-КОЛЛЕДЖ»)</vt:lpstr>
      <vt:lpstr>Что такое «Трекер для чтения»</vt:lpstr>
      <vt:lpstr>Причины создания</vt:lpstr>
      <vt:lpstr>Функциональность приложения </vt:lpstr>
      <vt:lpstr>Метод добавления книг</vt:lpstr>
      <vt:lpstr>Языки программирования</vt:lpstr>
      <vt:lpstr>Инструменты для создания приложения</vt:lpstr>
      <vt:lpstr>Хранение данных</vt:lpstr>
      <vt:lpstr>Интерфейс приложения</vt:lpstr>
      <vt:lpstr>Заключение</vt:lpstr>
      <vt:lpstr>Перспективы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Yuriy Bronnikov</dc:creator>
  <cp:lastModifiedBy>Yuriy Bronnikov</cp:lastModifiedBy>
  <cp:revision>1</cp:revision>
  <dcterms:created xsi:type="dcterms:W3CDTF">2026-04-22T21:58:57Z</dcterms:created>
  <dcterms:modified xsi:type="dcterms:W3CDTF">2026-04-22T22:00:07Z</dcterms:modified>
</cp:coreProperties>
</file>